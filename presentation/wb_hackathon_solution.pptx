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olodinmaksim/WB-hackaton-solo-track-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E6F8C"/>
          </a:solidFill>
          <a:ln w="12700">
            <a:solidFill>
              <a:srgbClr val="1E6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WB Hackathon Solo Track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Итоговое решение по прогнозу target_1h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4B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Лучший public score: 0.3608341250041473</a:t>
            </a:r>
            <a:endParaRPr lang="en-US" sz="20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731520" y="2468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E6F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https://github.com/volodinmaksim/WB-hackaton-solo-track-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241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модель использует только честные признаки: route_id, timestamp и агрегаты по train.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Лучшее решение: LightGBM + сглаженные исторические агрегаты.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вывод: в этой задаче качество признаков важнее сложности модели.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Постановка задачи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можно и нельзя использовать в финальной модели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2412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Train: route_id, timestamp, status_1..6, target_1h.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Test: id, route_id, timestamp.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Нельзя использовать status_1..6 и прямые лаги target_1h, потому что их нет в test.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использовать календарные признаки и исторические агрегаты, рассчитанные только по train.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Ключевая идея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Формула решения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f(route_id, timestamp, historical train patterns) → target_1h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2412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timestamp извлекались hour, minute, hour_slot, dayofweek, day, month и weekend-признаки.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Основной сигнал дали исторические паттерны маршрута по времени.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Сырые средние работали хуже, чем сглаженные агрегаты.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Финальные признаки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вошло в лучшую модель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Базовые признаки: route_id, hour, minute, hour_slot, dayofweek, day, month, is_weekend, is_month_start, is_month_end.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Сглаженные агрегаты: route, route+hour_slot, route+dayofweek, route+hour_slot+dayofweek.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Глобальные сглаженные агрегаты: hour_slot и dayofweek.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 сглаживания alpha = 20.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Результаты экспериментов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сработало, а что нет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Сработало: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+ smoothing агрегатов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 = 20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leaderboard = 0.3608341250041473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Не сработало: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47548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count-агрегаты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median-агрегаты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 LightGBM + CatBoost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точные временные агрегаты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Главные выводы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Лучшая версия использует только честные признаки, доступные в test.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Основной прирост дал feature engineering, а не усложнение модели.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Исторические сглаженные агрегаты по маршруту и времени оказались самым сильным источником сигнала.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3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Репозиторий содержит воспроизводимый код, README, отчёт и презентацию.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WB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 Hackathon Solo Track — итоговое решение</dc:title>
  <dc:subject>WB Hackathon Solo Track solution</dc:subject>
  <dc:creator>OpenAI Codex</dc:creator>
  <cp:lastModifiedBy>OpenAI Codex</cp:lastModifiedBy>
  <cp:revision>1</cp:revision>
  <dcterms:created xsi:type="dcterms:W3CDTF">2026-04-08T13:37:28Z</dcterms:created>
  <dcterms:modified xsi:type="dcterms:W3CDTF">2026-04-08T13:37:28Z</dcterms:modified>
</cp:coreProperties>
</file>